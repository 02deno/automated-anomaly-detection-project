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Relationship Id="rId1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Automated Anomaly Detection for CSV-like Data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A 15-minute project presentation with live demo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End-to-end anomaly detection workflow for tabular data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Automatic profiling, model selection, scoring, and evaluation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Demo: EDA, synthetic anomaly preview, and full pipeline run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Problem Motivation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Anomaly detection is rarely a one-model problem.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Real anomaly labels are rare, incomplete, or expensive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Different datasets produce different anomaly patterns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Detector outputs use different score scales and thresholds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Manual tuning is slow and hard to reproduce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Project Objective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Build an automated, reproducible anomaly-detection workflow.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Accept CSV-like data through FastAPI and a web dashboard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Inspect the dataset before running heavy models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Run a set of suitable anomaly detectors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Normalize and ensemble scores into a final anomaly score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Evaluate with synthetic injections and labeled benchmark datasets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System Workflow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The pipeline moves from data inspection to scored anomalies.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CSV input -&gt; EDA -&gt; preprocessing -&gt; model set -&gt; normalized scores -&gt; ensemble -&gt; threshold -&gt; results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EDA is separated from the full ML pipeline for faster inspection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Labels, when present, are excluded from training and used only for evaluation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The UI returns scores, flags, model information, and optional metrics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Core Pipeline Components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The system combines classical and optional neural detectors.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Preprocessing: numeric columns, missing value handling, scaling, optional PCA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Classical detectors: Isolation Forest, One-Class SVM, Local Outlier Factor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Neural options: Autoencoder and LSTM autoencoder for larger data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Domain-style signals: flatline, temporal change, and freeze-like behavior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Post-processing: robust score normalization and thresholding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Synthetic Anomaly Injection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Controlled anomalies provide repeatable ground truth.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Why: real labels are limited, but benchmarking needs known positives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Existing rows are perturbed instead of adding artificial rows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Scenarios: spike_single, joint_shift, scale_burst, dead_sensor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Also: sign_flip, temporal_block, categorical_flip, missing_value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Metrics include F1, ROC-AUC, and PR-AUC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Evaluation Takeaways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The evidence is useful because it is mixed, not because it is perfect.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Synthetic examples show strong detection on clear perturbations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Real datasets show that no single method wins everywhere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KDDCup99 HTTP strongly favors One-Class SVM / freeze-style behavior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Annthyroid benefits from calibrated ensemble or temporal-change signals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Main lesson: model choice and thresholding are dataset-dependent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Live Demo Plan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Show the system as a usable workflow, not just a codebase.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1. Open dashboard: http://127.0.0.1:8000/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2. Run EDA on data/test_data.txt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3. Preview a spike_single synthetic anomaly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4. Export the corrupted CSV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5. Upload it to the full pipeline and interpret scores, flags, and metrics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Demo Script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What to say while clicking through the dashboard.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EDA: many anomaly problems are data-quality problems first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Synthetic preview: controlled corruption lets us verify expected behavior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Full analysis: the output is not only a label; it includes scores and metadata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Evaluation: if a binary label column exists, metrics are shown without training on labels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Interpretation: high anomaly score means the row is unusual under the combined detectors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09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Limitations and Next Steps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The current system is a strong prototype, not a universal detector.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Fixed percentile thresholding is simple but not always optimal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Meta-selection needs more real datasets to generalize reliably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Derived rare-class labels are useful but not the same as real anomalies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Future work: stronger calibration, more benchmark datasets, and time-series-aware features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5500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50000" y="420000"/>
            <a:ext cx="9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300" dirty="0">
                <a:solidFill>
                  <a:srgbClr val="111827"/>
                </a:solidFill>
                <a:b/>
              </a:rPr>
              <a:t>Conclusion</a:t>
            </a:r>
            <a:endParaRPr lang="en-US" sz="3300"/>
          </a:p>
        </p:txBody>
      </p:sp>
      <p:sp>
        <p:nvSpPr>
          <p:cNvPr id="5" name="TextBox 5"/>
          <p:cNvSpPr txBox="1"/>
          <p:nvPr/>
        </p:nvSpPr>
        <p:spPr>
          <a:xfrm>
            <a:off x="660000" y="108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900" dirty="0">
                <a:solidFill>
                  <a:srgbClr val="475569"/>
                </a:solidFill>
              </a:rPr>
              <a:t>AutoAD turns anomaly detection into a reproducible workflow.</a:t>
            </a:r>
            <a:endParaRPr lang="en-US" sz="1900"/>
          </a:p>
        </p:txBody>
      </p:sp>
      <p:sp>
        <p:nvSpPr>
          <p:cNvPr id="6" name="Bullets 6"/>
          <p:cNvSpPr txBox="1"/>
          <p:nvPr/>
        </p:nvSpPr>
        <p:spPr>
          <a:xfrm>
            <a:off x="850000" y="1850000"/>
            <a:ext cx="10500000" cy="35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Combines EDA, model scoring, ensembling, synthetic evaluation, and UI/API delivery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Makes detector comparison visible and repeatable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Live dashboard helps users inspect, inject, run, and interpret anomalies</a:t>
            </a:r>
            <a:endParaRPr lang="en-US" sz="2300"/>
          </a:p>
          <a:p>
            <a:pPr marL="342900" indent="-228600">
              <a:buChar char="?"/>
            </a:pPr>
            <a:r>
              <a:rPr lang="en-US" sz="2300" dirty="0">
                <a:solidFill>
                  <a:srgbClr val="111827"/>
                </a:solidFill>
              </a:rPr>
              <a:t>Key takeaway: anomaly detection needs adaptive evaluation, not one fixed model</a:t>
            </a:r>
            <a:endParaRPr lang="en-US" sz="2300"/>
          </a:p>
        </p:txBody>
      </p:sp>
      <p:sp>
        <p:nvSpPr>
          <p:cNvPr id="7" name="TextBox 7"/>
          <p:cNvSpPr txBox="1"/>
          <p:nvPr/>
        </p:nvSpPr>
        <p:spPr>
          <a:xfrm>
            <a:off x="660000" y="6480000"/>
            <a:ext cx="40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900" dirty="0">
                <a:solidFill>
                  <a:srgbClr val="64748B"/>
                </a:solidFill>
              </a:rPr>
              <a:t>AutoAD project | 11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AD Theme">
  <a:themeElements>
    <a:clrScheme name="AutoAD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891B2"/>
      </a:accent2>
      <a:accent3>
        <a:srgbClr val="16A34A"/>
      </a:accent3>
      <a:accent4>
        <a:srgbClr val="D97706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AutoAD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